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20549-F4DC-4DF2-AD0B-65716099C18D}" v="10" dt="2026-04-07T09:08:08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712"/>
  </p:normalViewPr>
  <p:slideViewPr>
    <p:cSldViewPr snapToGrid="0">
      <p:cViewPr varScale="1">
        <p:scale>
          <a:sx n="105" d="100"/>
          <a:sy n="105" d="100"/>
        </p:scale>
        <p:origin x="1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yi Wu" userId="0c78a72f5f5f4cdd" providerId="LiveId" clId="{F75733AA-8B6D-4EF6-8CFA-FBF2AE43655D}"/>
    <pc:docChg chg="addSld modSld">
      <pc:chgData name="Siyi Wu" userId="0c78a72f5f5f4cdd" providerId="LiveId" clId="{F75733AA-8B6D-4EF6-8CFA-FBF2AE43655D}" dt="2026-04-07T09:08:08.805" v="82" actId="20577"/>
      <pc:docMkLst>
        <pc:docMk/>
      </pc:docMkLst>
      <pc:sldChg chg="modSp new mod">
        <pc:chgData name="Siyi Wu" userId="0c78a72f5f5f4cdd" providerId="LiveId" clId="{F75733AA-8B6D-4EF6-8CFA-FBF2AE43655D}" dt="2026-04-07T09:05:35.770" v="45"/>
        <pc:sldMkLst>
          <pc:docMk/>
          <pc:sldMk cId="2958469993" sldId="256"/>
        </pc:sldMkLst>
        <pc:spChg chg="mod">
          <ac:chgData name="Siyi Wu" userId="0c78a72f5f5f4cdd" providerId="LiveId" clId="{F75733AA-8B6D-4EF6-8CFA-FBF2AE43655D}" dt="2026-04-07T09:05:29.120" v="37"/>
          <ac:spMkLst>
            <pc:docMk/>
            <pc:sldMk cId="2958469993" sldId="256"/>
            <ac:spMk id="2" creationId="{6FCB7446-F5A4-9DD3-BFB1-7F44806D9532}"/>
          </ac:spMkLst>
        </pc:spChg>
        <pc:spChg chg="mod">
          <ac:chgData name="Siyi Wu" userId="0c78a72f5f5f4cdd" providerId="LiveId" clId="{F75733AA-8B6D-4EF6-8CFA-FBF2AE43655D}" dt="2026-04-07T09:05:35.770" v="45"/>
          <ac:spMkLst>
            <pc:docMk/>
            <pc:sldMk cId="2958469993" sldId="256"/>
            <ac:spMk id="3" creationId="{ED6772AA-3524-98C2-1BE8-7CF0C2E3CD60}"/>
          </ac:spMkLst>
        </pc:spChg>
      </pc:sldChg>
      <pc:sldChg chg="modSp new mod">
        <pc:chgData name="Siyi Wu" userId="0c78a72f5f5f4cdd" providerId="LiveId" clId="{F75733AA-8B6D-4EF6-8CFA-FBF2AE43655D}" dt="2026-04-07T09:07:58.566" v="76" actId="20577"/>
        <pc:sldMkLst>
          <pc:docMk/>
          <pc:sldMk cId="3948595854" sldId="257"/>
        </pc:sldMkLst>
        <pc:spChg chg="mod">
          <ac:chgData name="Siyi Wu" userId="0c78a72f5f5f4cdd" providerId="LiveId" clId="{F75733AA-8B6D-4EF6-8CFA-FBF2AE43655D}" dt="2026-04-07T09:07:58.566" v="76" actId="20577"/>
          <ac:spMkLst>
            <pc:docMk/>
            <pc:sldMk cId="3948595854" sldId="257"/>
            <ac:spMk id="2" creationId="{899F589C-B48B-3976-D0B5-72937BF0A478}"/>
          </ac:spMkLst>
        </pc:spChg>
        <pc:spChg chg="mod">
          <ac:chgData name="Siyi Wu" userId="0c78a72f5f5f4cdd" providerId="LiveId" clId="{F75733AA-8B6D-4EF6-8CFA-FBF2AE43655D}" dt="2026-04-07T09:07:10.261" v="69" actId="20577"/>
          <ac:spMkLst>
            <pc:docMk/>
            <pc:sldMk cId="3948595854" sldId="257"/>
            <ac:spMk id="3" creationId="{E24B1D67-735E-90EF-4C10-4DB10E300C4E}"/>
          </ac:spMkLst>
        </pc:spChg>
      </pc:sldChg>
      <pc:sldChg chg="modSp new mod">
        <pc:chgData name="Siyi Wu" userId="0c78a72f5f5f4cdd" providerId="LiveId" clId="{F75733AA-8B6D-4EF6-8CFA-FBF2AE43655D}" dt="2026-04-07T09:08:08.805" v="82" actId="20577"/>
        <pc:sldMkLst>
          <pc:docMk/>
          <pc:sldMk cId="185378493" sldId="258"/>
        </pc:sldMkLst>
        <pc:spChg chg="mod">
          <ac:chgData name="Siyi Wu" userId="0c78a72f5f5f4cdd" providerId="LiveId" clId="{F75733AA-8B6D-4EF6-8CFA-FBF2AE43655D}" dt="2026-04-07T09:08:08.805" v="82" actId="20577"/>
          <ac:spMkLst>
            <pc:docMk/>
            <pc:sldMk cId="185378493" sldId="258"/>
            <ac:spMk id="2" creationId="{8A56D4F5-BDA8-24DD-61E9-0C3467060E0B}"/>
          </ac:spMkLst>
        </pc:spChg>
      </pc:sldChg>
    </pc:docChg>
  </pc:docChgLst>
  <pc:docChgLst>
    <pc:chgData name="Siyi Wu" userId="0c78a72f5f5f4cdd" providerId="LiveId" clId="{88966236-D25F-364B-9299-7A136E3F1A94}"/>
    <pc:docChg chg="custSel addSld modSld">
      <pc:chgData name="Siyi Wu" userId="0c78a72f5f5f4cdd" providerId="LiveId" clId="{88966236-D25F-364B-9299-7A136E3F1A94}" dt="2026-04-08T09:00:15.927" v="2842" actId="20577"/>
      <pc:docMkLst>
        <pc:docMk/>
      </pc:docMkLst>
      <pc:sldChg chg="modSp mod">
        <pc:chgData name="Siyi Wu" userId="0c78a72f5f5f4cdd" providerId="LiveId" clId="{88966236-D25F-364B-9299-7A136E3F1A94}" dt="2026-04-08T08:58:29.184" v="2834" actId="20577"/>
        <pc:sldMkLst>
          <pc:docMk/>
          <pc:sldMk cId="3948595854" sldId="257"/>
        </pc:sldMkLst>
        <pc:spChg chg="mod">
          <ac:chgData name="Siyi Wu" userId="0c78a72f5f5f4cdd" providerId="LiveId" clId="{88966236-D25F-364B-9299-7A136E3F1A94}" dt="2026-04-08T07:56:27.527" v="306" actId="20577"/>
          <ac:spMkLst>
            <pc:docMk/>
            <pc:sldMk cId="3948595854" sldId="257"/>
            <ac:spMk id="2" creationId="{899F589C-B48B-3976-D0B5-72937BF0A478}"/>
          </ac:spMkLst>
        </pc:spChg>
        <pc:spChg chg="mod">
          <ac:chgData name="Siyi Wu" userId="0c78a72f5f5f4cdd" providerId="LiveId" clId="{88966236-D25F-364B-9299-7A136E3F1A94}" dt="2026-04-08T08:58:29.184" v="2834" actId="20577"/>
          <ac:spMkLst>
            <pc:docMk/>
            <pc:sldMk cId="3948595854" sldId="257"/>
            <ac:spMk id="3" creationId="{E24B1D67-735E-90EF-4C10-4DB10E300C4E}"/>
          </ac:spMkLst>
        </pc:spChg>
      </pc:sldChg>
      <pc:sldChg chg="addSp delSp modSp mod">
        <pc:chgData name="Siyi Wu" userId="0c78a72f5f5f4cdd" providerId="LiveId" clId="{88966236-D25F-364B-9299-7A136E3F1A94}" dt="2026-04-08T07:50:23.886" v="191" actId="1076"/>
        <pc:sldMkLst>
          <pc:docMk/>
          <pc:sldMk cId="185378493" sldId="258"/>
        </pc:sldMkLst>
        <pc:spChg chg="mod">
          <ac:chgData name="Siyi Wu" userId="0c78a72f5f5f4cdd" providerId="LiveId" clId="{88966236-D25F-364B-9299-7A136E3F1A94}" dt="2026-04-08T07:49:03.975" v="119" actId="20577"/>
          <ac:spMkLst>
            <pc:docMk/>
            <pc:sldMk cId="185378493" sldId="258"/>
            <ac:spMk id="2" creationId="{8A56D4F5-BDA8-24DD-61E9-0C3467060E0B}"/>
          </ac:spMkLst>
        </pc:spChg>
        <pc:spChg chg="del">
          <ac:chgData name="Siyi Wu" userId="0c78a72f5f5f4cdd" providerId="LiveId" clId="{88966236-D25F-364B-9299-7A136E3F1A94}" dt="2026-04-08T07:44:48.293" v="12" actId="478"/>
          <ac:spMkLst>
            <pc:docMk/>
            <pc:sldMk cId="185378493" sldId="258"/>
            <ac:spMk id="3" creationId="{5CBFDAFF-04E7-5770-DA1A-2E0AC4711223}"/>
          </ac:spMkLst>
        </pc:spChg>
        <pc:spChg chg="add mod">
          <ac:chgData name="Siyi Wu" userId="0c78a72f5f5f4cdd" providerId="LiveId" clId="{88966236-D25F-364B-9299-7A136E3F1A94}" dt="2026-04-08T07:46:56.470" v="110" actId="1076"/>
          <ac:spMkLst>
            <pc:docMk/>
            <pc:sldMk cId="185378493" sldId="258"/>
            <ac:spMk id="5" creationId="{96618178-1CA7-C99A-FC9B-5596739E86CE}"/>
          </ac:spMkLst>
        </pc:spChg>
        <pc:spChg chg="add mod">
          <ac:chgData name="Siyi Wu" userId="0c78a72f5f5f4cdd" providerId="LiveId" clId="{88966236-D25F-364B-9299-7A136E3F1A94}" dt="2026-04-08T07:46:49.956" v="108" actId="1076"/>
          <ac:spMkLst>
            <pc:docMk/>
            <pc:sldMk cId="185378493" sldId="258"/>
            <ac:spMk id="6" creationId="{3FC8F2EA-E896-F97D-ADBC-9BABC476447B}"/>
          </ac:spMkLst>
        </pc:spChg>
        <pc:spChg chg="add mod">
          <ac:chgData name="Siyi Wu" userId="0c78a72f5f5f4cdd" providerId="LiveId" clId="{88966236-D25F-364B-9299-7A136E3F1A94}" dt="2026-04-08T07:49:54.573" v="157" actId="14100"/>
          <ac:spMkLst>
            <pc:docMk/>
            <pc:sldMk cId="185378493" sldId="258"/>
            <ac:spMk id="7" creationId="{D87A1BF2-BE69-B710-1E25-76173C149D6D}"/>
          </ac:spMkLst>
        </pc:spChg>
        <pc:spChg chg="add mod">
          <ac:chgData name="Siyi Wu" userId="0c78a72f5f5f4cdd" providerId="LiveId" clId="{88966236-D25F-364B-9299-7A136E3F1A94}" dt="2026-04-08T07:50:23.886" v="191" actId="1076"/>
          <ac:spMkLst>
            <pc:docMk/>
            <pc:sldMk cId="185378493" sldId="258"/>
            <ac:spMk id="8" creationId="{9D5B7C62-F559-659D-162C-87E253E2F724}"/>
          </ac:spMkLst>
        </pc:spChg>
        <pc:picChg chg="add mod">
          <ac:chgData name="Siyi Wu" userId="0c78a72f5f5f4cdd" providerId="LiveId" clId="{88966236-D25F-364B-9299-7A136E3F1A94}" dt="2026-04-08T07:45:06.073" v="18" actId="1076"/>
          <ac:picMkLst>
            <pc:docMk/>
            <pc:sldMk cId="185378493" sldId="258"/>
            <ac:picMk id="4" creationId="{FD94EFC5-23DB-C7E5-E068-2C2FA6D46026}"/>
          </ac:picMkLst>
        </pc:picChg>
      </pc:sldChg>
      <pc:sldChg chg="addSp delSp modSp new mod">
        <pc:chgData name="Siyi Wu" userId="0c78a72f5f5f4cdd" providerId="LiveId" clId="{88966236-D25F-364B-9299-7A136E3F1A94}" dt="2026-04-08T08:35:29.059" v="2056" actId="20577"/>
        <pc:sldMkLst>
          <pc:docMk/>
          <pc:sldMk cId="3131391207" sldId="259"/>
        </pc:sldMkLst>
        <pc:spChg chg="mod">
          <ac:chgData name="Siyi Wu" userId="0c78a72f5f5f4cdd" providerId="LiveId" clId="{88966236-D25F-364B-9299-7A136E3F1A94}" dt="2026-04-08T07:51:36.198" v="289" actId="20577"/>
          <ac:spMkLst>
            <pc:docMk/>
            <pc:sldMk cId="3131391207" sldId="259"/>
            <ac:spMk id="2" creationId="{96BA1DA6-7623-1E34-8535-8D31A4911645}"/>
          </ac:spMkLst>
        </pc:spChg>
        <pc:spChg chg="del">
          <ac:chgData name="Siyi Wu" userId="0c78a72f5f5f4cdd" providerId="LiveId" clId="{88966236-D25F-364B-9299-7A136E3F1A94}" dt="2026-04-08T07:50:55.010" v="235" actId="478"/>
          <ac:spMkLst>
            <pc:docMk/>
            <pc:sldMk cId="3131391207" sldId="259"/>
            <ac:spMk id="3" creationId="{E01F06A0-5D1E-22EB-11F3-8872739013C6}"/>
          </ac:spMkLst>
        </pc:spChg>
        <pc:spChg chg="add mod">
          <ac:chgData name="Siyi Wu" userId="0c78a72f5f5f4cdd" providerId="LiveId" clId="{88966236-D25F-364B-9299-7A136E3F1A94}" dt="2026-04-08T08:35:29.059" v="2056" actId="20577"/>
          <ac:spMkLst>
            <pc:docMk/>
            <pc:sldMk cId="3131391207" sldId="259"/>
            <ac:spMk id="4" creationId="{4047093A-7781-4157-886D-49FB548E5D63}"/>
          </ac:spMkLst>
        </pc:spChg>
      </pc:sldChg>
      <pc:sldChg chg="modSp new mod">
        <pc:chgData name="Siyi Wu" userId="0c78a72f5f5f4cdd" providerId="LiveId" clId="{88966236-D25F-364B-9299-7A136E3F1A94}" dt="2026-04-08T08:14:05.184" v="964" actId="20577"/>
        <pc:sldMkLst>
          <pc:docMk/>
          <pc:sldMk cId="2871724951" sldId="260"/>
        </pc:sldMkLst>
        <pc:spChg chg="mod">
          <ac:chgData name="Siyi Wu" userId="0c78a72f5f5f4cdd" providerId="LiveId" clId="{88966236-D25F-364B-9299-7A136E3F1A94}" dt="2026-04-08T08:03:58.845" v="708" actId="20577"/>
          <ac:spMkLst>
            <pc:docMk/>
            <pc:sldMk cId="2871724951" sldId="260"/>
            <ac:spMk id="2" creationId="{A5332CD6-23DE-B511-034D-20D160A04B86}"/>
          </ac:spMkLst>
        </pc:spChg>
        <pc:spChg chg="mod">
          <ac:chgData name="Siyi Wu" userId="0c78a72f5f5f4cdd" providerId="LiveId" clId="{88966236-D25F-364B-9299-7A136E3F1A94}" dt="2026-04-08T08:14:05.184" v="964" actId="20577"/>
          <ac:spMkLst>
            <pc:docMk/>
            <pc:sldMk cId="2871724951" sldId="260"/>
            <ac:spMk id="3" creationId="{09593AB3-3805-BC8E-1200-EB5A55F7862A}"/>
          </ac:spMkLst>
        </pc:spChg>
      </pc:sldChg>
      <pc:sldChg chg="modSp new mod">
        <pc:chgData name="Siyi Wu" userId="0c78a72f5f5f4cdd" providerId="LiveId" clId="{88966236-D25F-364B-9299-7A136E3F1A94}" dt="2026-04-08T08:32:01.730" v="1816" actId="20577"/>
        <pc:sldMkLst>
          <pc:docMk/>
          <pc:sldMk cId="1316990528" sldId="261"/>
        </pc:sldMkLst>
        <pc:spChg chg="mod">
          <ac:chgData name="Siyi Wu" userId="0c78a72f5f5f4cdd" providerId="LiveId" clId="{88966236-D25F-364B-9299-7A136E3F1A94}" dt="2026-04-08T08:14:42.996" v="1042" actId="20577"/>
          <ac:spMkLst>
            <pc:docMk/>
            <pc:sldMk cId="1316990528" sldId="261"/>
            <ac:spMk id="2" creationId="{9206A45C-27A6-C295-C49C-D2039729DF05}"/>
          </ac:spMkLst>
        </pc:spChg>
        <pc:spChg chg="mod">
          <ac:chgData name="Siyi Wu" userId="0c78a72f5f5f4cdd" providerId="LiveId" clId="{88966236-D25F-364B-9299-7A136E3F1A94}" dt="2026-04-08T08:32:01.730" v="1816" actId="20577"/>
          <ac:spMkLst>
            <pc:docMk/>
            <pc:sldMk cId="1316990528" sldId="261"/>
            <ac:spMk id="3" creationId="{466C7464-5CC9-557C-431D-4298C9C84692}"/>
          </ac:spMkLst>
        </pc:spChg>
      </pc:sldChg>
      <pc:sldChg chg="modSp new mod">
        <pc:chgData name="Siyi Wu" userId="0c78a72f5f5f4cdd" providerId="LiveId" clId="{88966236-D25F-364B-9299-7A136E3F1A94}" dt="2026-04-08T08:28:32.808" v="1766" actId="20577"/>
        <pc:sldMkLst>
          <pc:docMk/>
          <pc:sldMk cId="2425196374" sldId="262"/>
        </pc:sldMkLst>
        <pc:spChg chg="mod">
          <ac:chgData name="Siyi Wu" userId="0c78a72f5f5f4cdd" providerId="LiveId" clId="{88966236-D25F-364B-9299-7A136E3F1A94}" dt="2026-04-08T08:23:03.403" v="1472" actId="20577"/>
          <ac:spMkLst>
            <pc:docMk/>
            <pc:sldMk cId="2425196374" sldId="262"/>
            <ac:spMk id="2" creationId="{64CBF053-1C20-86B2-6931-D6D266AF8F69}"/>
          </ac:spMkLst>
        </pc:spChg>
        <pc:spChg chg="mod">
          <ac:chgData name="Siyi Wu" userId="0c78a72f5f5f4cdd" providerId="LiveId" clId="{88966236-D25F-364B-9299-7A136E3F1A94}" dt="2026-04-08T08:28:32.808" v="1766" actId="20577"/>
          <ac:spMkLst>
            <pc:docMk/>
            <pc:sldMk cId="2425196374" sldId="262"/>
            <ac:spMk id="3" creationId="{1161AF67-C472-CE2F-4F25-5177BC63E958}"/>
          </ac:spMkLst>
        </pc:spChg>
      </pc:sldChg>
      <pc:sldChg chg="modSp new mod">
        <pc:chgData name="Siyi Wu" userId="0c78a72f5f5f4cdd" providerId="LiveId" clId="{88966236-D25F-364B-9299-7A136E3F1A94}" dt="2026-04-08T08:58:16.534" v="2833" actId="20577"/>
        <pc:sldMkLst>
          <pc:docMk/>
          <pc:sldMk cId="3819536130" sldId="263"/>
        </pc:sldMkLst>
        <pc:spChg chg="mod">
          <ac:chgData name="Siyi Wu" userId="0c78a72f5f5f4cdd" providerId="LiveId" clId="{88966236-D25F-364B-9299-7A136E3F1A94}" dt="2026-04-08T08:39:38.435" v="2097" actId="20577"/>
          <ac:spMkLst>
            <pc:docMk/>
            <pc:sldMk cId="3819536130" sldId="263"/>
            <ac:spMk id="2" creationId="{7AAE2846-5E85-C433-8D56-3A1F9BD6A53E}"/>
          </ac:spMkLst>
        </pc:spChg>
        <pc:spChg chg="mod">
          <ac:chgData name="Siyi Wu" userId="0c78a72f5f5f4cdd" providerId="LiveId" clId="{88966236-D25F-364B-9299-7A136E3F1A94}" dt="2026-04-08T08:58:16.534" v="2833" actId="20577"/>
          <ac:spMkLst>
            <pc:docMk/>
            <pc:sldMk cId="3819536130" sldId="263"/>
            <ac:spMk id="3" creationId="{B812DD48-B64A-4994-E3CE-7E2DB4850772}"/>
          </ac:spMkLst>
        </pc:spChg>
      </pc:sldChg>
      <pc:sldChg chg="modSp new mod">
        <pc:chgData name="Siyi Wu" userId="0c78a72f5f5f4cdd" providerId="LiveId" clId="{88966236-D25F-364B-9299-7A136E3F1A94}" dt="2026-04-08T08:35:20.333" v="2054" actId="20577"/>
        <pc:sldMkLst>
          <pc:docMk/>
          <pc:sldMk cId="3080864464" sldId="264"/>
        </pc:sldMkLst>
        <pc:spChg chg="mod">
          <ac:chgData name="Siyi Wu" userId="0c78a72f5f5f4cdd" providerId="LiveId" clId="{88966236-D25F-364B-9299-7A136E3F1A94}" dt="2026-04-08T08:32:50.240" v="1839" actId="20577"/>
          <ac:spMkLst>
            <pc:docMk/>
            <pc:sldMk cId="3080864464" sldId="264"/>
            <ac:spMk id="2" creationId="{797ED2E2-1584-9A26-1CC8-198185B56D07}"/>
          </ac:spMkLst>
        </pc:spChg>
        <pc:spChg chg="mod">
          <ac:chgData name="Siyi Wu" userId="0c78a72f5f5f4cdd" providerId="LiveId" clId="{88966236-D25F-364B-9299-7A136E3F1A94}" dt="2026-04-08T08:35:20.333" v="2054" actId="20577"/>
          <ac:spMkLst>
            <pc:docMk/>
            <pc:sldMk cId="3080864464" sldId="264"/>
            <ac:spMk id="3" creationId="{8341E5FA-B117-266F-C853-C512B2FD6C7D}"/>
          </ac:spMkLst>
        </pc:spChg>
      </pc:sldChg>
      <pc:sldChg chg="modSp new mod">
        <pc:chgData name="Siyi Wu" userId="0c78a72f5f5f4cdd" providerId="LiveId" clId="{88966236-D25F-364B-9299-7A136E3F1A94}" dt="2026-04-08T08:52:05.843" v="2521" actId="20577"/>
        <pc:sldMkLst>
          <pc:docMk/>
          <pc:sldMk cId="2000521303" sldId="265"/>
        </pc:sldMkLst>
        <pc:spChg chg="mod">
          <ac:chgData name="Siyi Wu" userId="0c78a72f5f5f4cdd" providerId="LiveId" clId="{88966236-D25F-364B-9299-7A136E3F1A94}" dt="2026-04-08T08:49:37.873" v="2307" actId="20577"/>
          <ac:spMkLst>
            <pc:docMk/>
            <pc:sldMk cId="2000521303" sldId="265"/>
            <ac:spMk id="2" creationId="{EDB0C814-2F49-D8B2-76FC-7EBD162AB7A2}"/>
          </ac:spMkLst>
        </pc:spChg>
        <pc:spChg chg="mod">
          <ac:chgData name="Siyi Wu" userId="0c78a72f5f5f4cdd" providerId="LiveId" clId="{88966236-D25F-364B-9299-7A136E3F1A94}" dt="2026-04-08T08:52:05.843" v="2521" actId="20577"/>
          <ac:spMkLst>
            <pc:docMk/>
            <pc:sldMk cId="2000521303" sldId="265"/>
            <ac:spMk id="3" creationId="{96C39825-2E4A-727D-47E5-F0F9A3B8435A}"/>
          </ac:spMkLst>
        </pc:spChg>
      </pc:sldChg>
      <pc:sldChg chg="addSp modSp new mod">
        <pc:chgData name="Siyi Wu" userId="0c78a72f5f5f4cdd" providerId="LiveId" clId="{88966236-D25F-364B-9299-7A136E3F1A94}" dt="2026-04-08T08:57:43.939" v="2829" actId="20577"/>
        <pc:sldMkLst>
          <pc:docMk/>
          <pc:sldMk cId="4286180686" sldId="266"/>
        </pc:sldMkLst>
        <pc:spChg chg="mod">
          <ac:chgData name="Siyi Wu" userId="0c78a72f5f5f4cdd" providerId="LiveId" clId="{88966236-D25F-364B-9299-7A136E3F1A94}" dt="2026-04-08T08:54:57.041" v="2541" actId="20577"/>
          <ac:spMkLst>
            <pc:docMk/>
            <pc:sldMk cId="4286180686" sldId="266"/>
            <ac:spMk id="2" creationId="{F7340F7D-58EB-9542-CE91-AF7DB1915822}"/>
          </ac:spMkLst>
        </pc:spChg>
        <pc:spChg chg="mod">
          <ac:chgData name="Siyi Wu" userId="0c78a72f5f5f4cdd" providerId="LiveId" clId="{88966236-D25F-364B-9299-7A136E3F1A94}" dt="2026-04-08T08:57:43.939" v="2829" actId="20577"/>
          <ac:spMkLst>
            <pc:docMk/>
            <pc:sldMk cId="4286180686" sldId="266"/>
            <ac:spMk id="3" creationId="{2EC572E7-429E-E27E-0283-F8B0BAF8A2F7}"/>
          </ac:spMkLst>
        </pc:spChg>
        <pc:picChg chg="add mod">
          <ac:chgData name="Siyi Wu" userId="0c78a72f5f5f4cdd" providerId="LiveId" clId="{88966236-D25F-364B-9299-7A136E3F1A94}" dt="2026-04-08T08:55:46.840" v="2595" actId="1076"/>
          <ac:picMkLst>
            <pc:docMk/>
            <pc:sldMk cId="4286180686" sldId="266"/>
            <ac:picMk id="4" creationId="{357218DD-8958-8775-BE37-BF84905EE73A}"/>
          </ac:picMkLst>
        </pc:picChg>
      </pc:sldChg>
      <pc:sldChg chg="modSp new mod">
        <pc:chgData name="Siyi Wu" userId="0c78a72f5f5f4cdd" providerId="LiveId" clId="{88966236-D25F-364B-9299-7A136E3F1A94}" dt="2026-04-08T09:00:15.927" v="2842" actId="20577"/>
        <pc:sldMkLst>
          <pc:docMk/>
          <pc:sldMk cId="2262444805" sldId="267"/>
        </pc:sldMkLst>
        <pc:spChg chg="mod">
          <ac:chgData name="Siyi Wu" userId="0c78a72f5f5f4cdd" providerId="LiveId" clId="{88966236-D25F-364B-9299-7A136E3F1A94}" dt="2026-04-08T09:00:15.927" v="2842" actId="20577"/>
          <ac:spMkLst>
            <pc:docMk/>
            <pc:sldMk cId="2262444805" sldId="267"/>
            <ac:spMk id="2" creationId="{4FF82225-CB0F-D947-E576-260BFAB55B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70102-C80D-8146-5A98-80D02E397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EB5F38-CC1C-AFD1-C85B-1A8DF497E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48DEB-B86C-62AF-0541-8F6F05898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D1D65-A754-91A5-BCA9-627FA537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03C138-0FCA-AD13-EC85-281B03B2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11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4D76F-9EA0-4BC0-C059-DCDAFF1F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E2EC8-A56C-15BE-0DA2-885AACEF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7031C-59E2-F308-B79B-4788B131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7ACE7C-16A4-369B-6AD6-819345A9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43233E-8CC1-8AC1-8169-1728C414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09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F616B-1CCD-2A5A-A73D-85020F42C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86BFE9-E684-02A9-2398-4DDB181CD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10ABAE-6AA6-A5A3-F5AE-B6AD47AA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335B8A-9595-2120-023F-9A654E91A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A38FA6-DDDB-419B-2E62-11A7F6E1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80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5ECDC-12EF-6BE9-FE07-2362BBAB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920F4-765B-73FB-A93E-6A0141E4F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08A5A9-5F49-43F5-D09E-6CFADCB84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E9F96A-E371-F662-10AD-A0A66F3C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BDECC1-1E64-5866-5A0A-A1DD0424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4A192-84A1-F75D-0EE8-E59950E8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5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F560F2-A71B-DDD9-8E64-B30EFA37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D09DCF-BE8F-5FA2-44F5-A9932F8EB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CB15A8-3D18-2F8C-9348-6E23004C5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2E9DB4-8A41-61AE-52BE-0C658D6B3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D0F45-91FC-AE24-B013-5E22806E6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9544FF-F86B-12B6-294C-B8C83E5F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8A2AB9-94A7-E566-A07A-BA8B7CC6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F35A20-8957-25CA-9C76-368FD048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380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0D4E3-C890-7EEE-03C1-31BCA6D3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BC384F-F801-ED40-B74D-4A215229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53B6AA-BFB1-14AD-741B-23171D5DE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B4A3F4-2467-2B24-984A-8A1CF4CD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58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3F4618-2BD2-59EE-BCB3-EC29D7110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09B2FF-233F-D4A7-F517-25375A6F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6AADF2-B185-C00D-9B49-BB953E8A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54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06712-8423-18F7-FE4F-BD4EA155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584266-A83E-5B86-5987-1FE228903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C41D64-3A75-58E7-B005-74A796F0B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67AB5A-59CA-6D01-DD95-5985DB15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6637F-C443-044B-BE5C-EDCB05D9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671F94-92A4-1250-E162-9254493A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68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BCEDB-7D8A-5746-9B8D-2ED5F9CC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6F532C-ECF0-9DB6-F39A-738BC9B441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0E0356-9389-9058-104C-63D2B49B5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4E7CA7-ED0F-CE4E-8D8E-617B3106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8FF5A4-EA5A-BBA2-C3AF-C5E1C918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6070E5-E14D-309C-CCC3-D4F347CC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BD77A-7710-A8D2-98A6-A3E1A5BA6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BF65AB-85B0-87F9-AB84-1F8A5885C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ABD70-34CE-AEBC-35AD-E155E96E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1897A-2873-CF1D-E6B4-553BA0AF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CFBDF9-10D7-9665-A68C-20D060F5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94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4DE328-C17A-36A8-6049-843040CF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05834-A8A5-78B0-54B2-4FB7B9ACD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FACC3-F8FF-A018-EBDA-B3E59A44A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C1C66-4F30-BE39-AE24-DA5A81CC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69E2B-2444-FE1C-1681-3483A9CC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99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A7F6C82-C6E9-9045-F1D1-D31C37F5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F14E7F-755D-2A53-6F9F-EE11A5EB7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0C3B90-F358-41C7-FC3F-8CDAA5D7E3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8DEDE-4EB9-4E9E-8D34-E9D5FFEEFC34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808C64-E125-325E-9F4B-D511FBAAC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A8BED3-B1C6-FE09-4E5D-2E7CC02E2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44D41-C0C7-418A-BA1D-028C7D637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19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B7446-F5A4-9DD3-BFB1-7F44806D9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视觉</a:t>
            </a:r>
            <a:r>
              <a:rPr lang="en-US" altLang="zh-CN" dirty="0"/>
              <a:t>SLAM</a:t>
            </a:r>
            <a:r>
              <a:rPr lang="zh-CN" altLang="en-US" dirty="0"/>
              <a:t>十四讲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6772AA-3524-98C2-1BE8-7CF0C2E3CD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吴思逸</a:t>
            </a:r>
          </a:p>
        </p:txBody>
      </p:sp>
    </p:spTree>
    <p:extLst>
      <p:ext uri="{BB962C8B-B14F-4D97-AF65-F5344CB8AC3E}">
        <p14:creationId xmlns:p14="http://schemas.microsoft.com/office/powerpoint/2010/main" val="295846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F589C-B48B-3976-D0B5-72937BF0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B1D67-735E-90EF-4C10-4DB10E300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一个完整的</a:t>
            </a:r>
            <a:r>
              <a:rPr lang="en-US" altLang="zh-CN" dirty="0"/>
              <a:t>SLAM framework</a:t>
            </a:r>
            <a:r>
              <a:rPr lang="zh-CN" altLang="en-US" dirty="0"/>
              <a:t>由哪些功能模块组成，每个功能模块干什么事情，它们各自的输入输出是什么？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噪声是什么？误差又是什么？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SLAM</a:t>
            </a:r>
            <a:r>
              <a:rPr lang="zh-CN" altLang="en-US" dirty="0"/>
              <a:t>的中文译名为即时定位与地图构建，这里的“地图”指的是什么类型的地图？</a:t>
            </a:r>
          </a:p>
        </p:txBody>
      </p:sp>
    </p:spTree>
    <p:extLst>
      <p:ext uri="{BB962C8B-B14F-4D97-AF65-F5344CB8AC3E}">
        <p14:creationId xmlns:p14="http://schemas.microsoft.com/office/powerpoint/2010/main" val="394859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6D4F5-BDA8-24DD-61E9-0C3467060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经典</a:t>
            </a:r>
            <a:r>
              <a:rPr lang="en-US" altLang="zh-CN" dirty="0"/>
              <a:t>SLAM</a:t>
            </a:r>
            <a:r>
              <a:rPr lang="zh-CN" altLang="en-US" dirty="0"/>
              <a:t>框架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94EFC5-23DB-C7E5-E068-2C2FA6D46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82" y="2094154"/>
            <a:ext cx="10486573" cy="41741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6618178-1CA7-C99A-FC9B-5596739E86CE}"/>
              </a:ext>
            </a:extLst>
          </p:cNvPr>
          <p:cNvSpPr txBox="1"/>
          <p:nvPr/>
        </p:nvSpPr>
        <p:spPr>
          <a:xfrm>
            <a:off x="1132271" y="3679363"/>
            <a:ext cx="214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数据读取和预处理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C8F2EA-E896-F97D-ADBC-9BABC476447B}"/>
              </a:ext>
            </a:extLst>
          </p:cNvPr>
          <p:cNvSpPr txBox="1"/>
          <p:nvPr/>
        </p:nvSpPr>
        <p:spPr>
          <a:xfrm>
            <a:off x="3868844" y="1690688"/>
            <a:ext cx="157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运动过程记录</a:t>
            </a:r>
            <a:endParaRPr kumimoji="1" lang="en-US" altLang="zh-CN" dirty="0"/>
          </a:p>
          <a:p>
            <a:r>
              <a:rPr kumimoji="1" lang="zh-CN" altLang="en-US" dirty="0"/>
              <a:t>局部地图记录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7A1BF2-BE69-B710-1E25-76173C149D6D}"/>
              </a:ext>
            </a:extLst>
          </p:cNvPr>
          <p:cNvSpPr txBox="1"/>
          <p:nvPr/>
        </p:nvSpPr>
        <p:spPr>
          <a:xfrm>
            <a:off x="5088399" y="5395520"/>
            <a:ext cx="186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是否回到原位置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5B7C62-F559-659D-162C-87E253E2F724}"/>
              </a:ext>
            </a:extLst>
          </p:cNvPr>
          <p:cNvSpPr txBox="1"/>
          <p:nvPr/>
        </p:nvSpPr>
        <p:spPr>
          <a:xfrm>
            <a:off x="6363961" y="1993714"/>
            <a:ext cx="186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优化，减小误差</a:t>
            </a:r>
          </a:p>
        </p:txBody>
      </p:sp>
    </p:spTree>
    <p:extLst>
      <p:ext uri="{BB962C8B-B14F-4D97-AF65-F5344CB8AC3E}">
        <p14:creationId xmlns:p14="http://schemas.microsoft.com/office/powerpoint/2010/main" val="18537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ED2E2-1584-9A26-1CC8-198185B56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传感器：信息读取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1E5FA-B117-266F-C853-C512B2FD6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相机图像信息的读取和预处理；机器人运动传感器的信息读取与同步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Input</a:t>
            </a:r>
            <a:r>
              <a:rPr kumimoji="1" lang="zh-CN" altLang="en-US" dirty="0"/>
              <a:t>：传感器输入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Output</a:t>
            </a:r>
            <a:r>
              <a:rPr kumimoji="1" lang="zh-CN" altLang="en-US" dirty="0"/>
              <a:t>：图像、运动数据；时间戳</a:t>
            </a:r>
          </a:p>
        </p:txBody>
      </p:sp>
    </p:spTree>
    <p:extLst>
      <p:ext uri="{BB962C8B-B14F-4D97-AF65-F5344CB8AC3E}">
        <p14:creationId xmlns:p14="http://schemas.microsoft.com/office/powerpoint/2010/main" val="308086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1DA6-7623-1E34-8535-8D31A491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前端：视觉里程计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047093A-7781-4157-886D-49FB548E5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/>
              <a:t>估算相邻图像间运动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Input</a:t>
            </a:r>
            <a:r>
              <a:rPr lang="zh-CN" altLang="en-US" dirty="0"/>
              <a:t>：时间上相邻（连续）的图像；时间戳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Output</a:t>
            </a:r>
            <a:r>
              <a:rPr lang="zh-CN" altLang="en-US" dirty="0"/>
              <a:t>：相机相对位姿变化；进而得到运动轨迹；局部地图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出现累积漂移</a:t>
            </a:r>
          </a:p>
        </p:txBody>
      </p:sp>
    </p:spTree>
    <p:extLst>
      <p:ext uri="{BB962C8B-B14F-4D97-AF65-F5344CB8AC3E}">
        <p14:creationId xmlns:p14="http://schemas.microsoft.com/office/powerpoint/2010/main" val="3131391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32CD6-23DE-B511-034D-20D160A0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回环检测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593AB3-3805-BC8E-1200-EB5A55F78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判断机器人是否到达过先前的位置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Input</a:t>
            </a:r>
            <a:r>
              <a:rPr kumimoji="1" lang="zh-CN" altLang="en-US" dirty="0"/>
              <a:t>：当前图像、先前图像；全局地图（局部地图构建？）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Output</a:t>
            </a:r>
            <a:r>
              <a:rPr kumimoji="1" lang="zh-CN" altLang="en-US" dirty="0"/>
              <a:t>：图像相似度；位姿约束关系</a:t>
            </a:r>
          </a:p>
        </p:txBody>
      </p:sp>
    </p:spTree>
    <p:extLst>
      <p:ext uri="{BB962C8B-B14F-4D97-AF65-F5344CB8AC3E}">
        <p14:creationId xmlns:p14="http://schemas.microsoft.com/office/powerpoint/2010/main" val="287172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6A45C-27A6-C295-C49C-D2039729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后端</a:t>
            </a:r>
            <a:r>
              <a:rPr kumimoji="1" lang="zh-CN" altLang="en-US" dirty="0">
                <a:sym typeface="Wingdings" pitchFamily="2" charset="2"/>
              </a:rPr>
              <a:t>（非线性）优化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6C7464-5CC9-557C-431D-4298C9C84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接受不同时刻视觉里程计测量的相机位姿以及回环检测的信息，进行优化，得到全局一致的轨迹和地图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Input</a:t>
            </a:r>
            <a:r>
              <a:rPr kumimoji="1" lang="zh-CN" altLang="en-US" dirty="0"/>
              <a:t>：视觉里程计输出（相机位姿、约束）；回环检测输出（约束关系）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Output</a:t>
            </a:r>
            <a:r>
              <a:rPr kumimoji="1" lang="zh-CN" altLang="en-US" dirty="0"/>
              <a:t>：全局一致的轨迹和地图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图：仅供机器使用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6990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BF053-1C20-86B2-6931-D6D266AF8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建图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1AF67-C472-CE2F-4F25-5177BC63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根据估计的轨迹，建立与任务要求对应的地图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Input</a:t>
            </a:r>
            <a:r>
              <a:rPr kumimoji="1" lang="zh-CN" altLang="en-US" dirty="0"/>
              <a:t>：优化后相机位姿；图像数据；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Output</a:t>
            </a:r>
            <a:r>
              <a:rPr kumimoji="1" lang="zh-CN" altLang="en-US" dirty="0"/>
              <a:t>：任务对应的地图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519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AE2846-5E85-C433-8D56-3A1F9BD6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误差（准确度）、噪声（精密度）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12DD48-B64A-4994-E3CE-7E2DB4850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误差：</a:t>
            </a:r>
            <a:endParaRPr kumimoji="1" lang="en-US" altLang="zh-CN" dirty="0"/>
          </a:p>
          <a:p>
            <a:r>
              <a:rPr kumimoji="1" lang="zh-CN" altLang="en-US" dirty="0"/>
              <a:t>视觉里程计在“估计运动”时的误差（漂移）；特征误匹配</a:t>
            </a:r>
            <a:endParaRPr kumimoji="1" lang="en-US" altLang="zh-CN" dirty="0"/>
          </a:p>
          <a:p>
            <a:r>
              <a:rPr kumimoji="1" lang="zh-CN" altLang="en-US" dirty="0"/>
              <a:t>后端受异常值干扰，导致地图错误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噪声：</a:t>
            </a:r>
            <a:endParaRPr kumimoji="1" lang="en-US" altLang="zh-CN" dirty="0"/>
          </a:p>
          <a:p>
            <a:r>
              <a:rPr kumimoji="1" lang="zh-CN" altLang="en-US" dirty="0"/>
              <a:t>传感器噪声（图像、运动传感器）</a:t>
            </a:r>
            <a:endParaRPr kumimoji="1" lang="en-US" altLang="zh-CN" dirty="0"/>
          </a:p>
          <a:p>
            <a:r>
              <a:rPr kumimoji="1" lang="zh-CN" altLang="en-US" dirty="0"/>
              <a:t>（要滤波）</a:t>
            </a:r>
          </a:p>
        </p:txBody>
      </p:sp>
    </p:spTree>
    <p:extLst>
      <p:ext uri="{BB962C8B-B14F-4D97-AF65-F5344CB8AC3E}">
        <p14:creationId xmlns:p14="http://schemas.microsoft.com/office/powerpoint/2010/main" val="381953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C814-2F49-D8B2-76FC-7EBD162A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地图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C39825-2E4A-727D-47E5-F0F9A3B84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度量地图：精确地表示地图中物体的位置关系</a:t>
            </a:r>
            <a:endParaRPr kumimoji="1" lang="en-US" altLang="zh-CN" dirty="0"/>
          </a:p>
          <a:p>
            <a:r>
              <a:rPr kumimoji="1" lang="zh-CN" altLang="en-US" dirty="0"/>
              <a:t>稠密</a:t>
            </a:r>
            <a:r>
              <a:rPr kumimoji="1" lang="en-US" altLang="zh-CN" dirty="0"/>
              <a:t>/</a:t>
            </a:r>
            <a:r>
              <a:rPr kumimoji="1" lang="zh-CN" altLang="en-US" dirty="0"/>
              <a:t>稀疏地图，二维</a:t>
            </a:r>
            <a:r>
              <a:rPr kumimoji="1" lang="en-US" altLang="zh-CN" dirty="0"/>
              <a:t>/</a:t>
            </a:r>
            <a:r>
              <a:rPr kumimoji="1" lang="zh-CN" altLang="en-US" dirty="0"/>
              <a:t>三维度量地图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拓扑地图：强调地图元素间的关系</a:t>
            </a:r>
            <a:endParaRPr kumimoji="1" lang="en-US" altLang="zh-CN" dirty="0"/>
          </a:p>
          <a:p>
            <a:r>
              <a:rPr kumimoji="1" lang="zh-CN" altLang="en-US" dirty="0"/>
              <a:t>考虑连通性，去除细节</a:t>
            </a:r>
          </a:p>
        </p:txBody>
      </p:sp>
    </p:spTree>
    <p:extLst>
      <p:ext uri="{BB962C8B-B14F-4D97-AF65-F5344CB8AC3E}">
        <p14:creationId xmlns:p14="http://schemas.microsoft.com/office/powerpoint/2010/main" val="2000521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40F7D-58EB-9542-CE91-AF7DB191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SLAM</a:t>
            </a:r>
            <a:r>
              <a:rPr kumimoji="1" lang="zh-CN" altLang="en-US" dirty="0"/>
              <a:t>数学建模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572E7-429E-E27E-0283-F8B0BAF8A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运动方程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观测方程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已知运动测量的读数</a:t>
            </a:r>
            <a:r>
              <a:rPr kumimoji="1" lang="en-US" altLang="zh-CN" dirty="0"/>
              <a:t>u</a:t>
            </a:r>
            <a:r>
              <a:rPr kumimoji="1" lang="zh-CN" altLang="en-US" dirty="0"/>
              <a:t>、传感器读数</a:t>
            </a:r>
            <a:r>
              <a:rPr kumimoji="1" lang="en-US" altLang="zh-CN" dirty="0"/>
              <a:t>z</a:t>
            </a:r>
          </a:p>
          <a:p>
            <a:r>
              <a:rPr kumimoji="1" lang="zh-CN" altLang="en-US" dirty="0"/>
              <a:t>求解位姿</a:t>
            </a:r>
            <a:r>
              <a:rPr kumimoji="1" lang="en-US" altLang="zh-CN" dirty="0"/>
              <a:t>x</a:t>
            </a:r>
            <a:r>
              <a:rPr kumimoji="1" lang="zh-CN" altLang="en-US" dirty="0"/>
              <a:t>、图像</a:t>
            </a:r>
            <a:r>
              <a:rPr kumimoji="1" lang="en-US" altLang="zh-CN" dirty="0"/>
              <a:t>y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SLAM</a:t>
            </a:r>
            <a:r>
              <a:rPr kumimoji="1" lang="zh-CN" altLang="en-US" dirty="0"/>
              <a:t>问题：状态估计问题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根据带有噪声的测量数据，估计内部的、隐藏状态的变量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7218DD-8958-8775-BE37-BF84905E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837" y="1451491"/>
            <a:ext cx="4694599" cy="107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8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82225-CB0F-D947-E576-260BFAB5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0E10FE-9AF6-7EBA-3C51-6874751C1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44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439</Words>
  <Application>Microsoft Macintosh PowerPoint</Application>
  <PresentationFormat>宽屏</PresentationFormat>
  <Paragraphs>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Wingdings</vt:lpstr>
      <vt:lpstr>Office 主题​​</vt:lpstr>
      <vt:lpstr>视觉SLAM十四讲</vt:lpstr>
      <vt:lpstr>1、2</vt:lpstr>
      <vt:lpstr>经典SLAM框架</vt:lpstr>
      <vt:lpstr>传感器：信息读取</vt:lpstr>
      <vt:lpstr>前端：视觉里程计</vt:lpstr>
      <vt:lpstr>回环检测</vt:lpstr>
      <vt:lpstr>后端（非线性）优化</vt:lpstr>
      <vt:lpstr>建图</vt:lpstr>
      <vt:lpstr>误差（准确度）、噪声（精密度）</vt:lpstr>
      <vt:lpstr>地图</vt:lpstr>
      <vt:lpstr>SLAM数学建模</vt:lpstr>
      <vt:lpstr>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Siyi Wu</dc:creator>
  <cp:lastModifiedBy>Siyi Wu</cp:lastModifiedBy>
  <cp:revision>1</cp:revision>
  <dcterms:created xsi:type="dcterms:W3CDTF">2026-04-07T09:05:17Z</dcterms:created>
  <dcterms:modified xsi:type="dcterms:W3CDTF">2026-04-08T09:01:07Z</dcterms:modified>
</cp:coreProperties>
</file>